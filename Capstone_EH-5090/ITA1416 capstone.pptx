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9" r:id="rId4"/>
    <p:sldId id="270" r:id="rId5"/>
    <p:sldId id="276" r:id="rId6"/>
    <p:sldId id="297" r:id="rId7"/>
    <p:sldId id="29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3D177-33B2-D487-A3D2-3ABCB3CAC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293916-8FE1-AA02-D99F-0847850A7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41132-FBA5-BE60-08D9-399A175C2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30506-4D0A-C3E5-3B55-003B4B14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DDCEE-38A7-87B2-F6AA-E6E7421D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10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D3938-745A-0E8A-386B-FC08F310C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3DBA8-A7EC-DDA0-9B1D-8C0DD3D41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5A7E8-C02E-734B-C855-43010B60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EBAE9-FD83-A641-3ECD-8EBE6A45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62717-5158-4A42-36D8-99023B88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53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5E97-2BCD-F0B5-A9EE-BCFB5054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D60E1-736E-4DA6-65E1-7046C9000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A2A8E-EDF3-C705-0107-E1E532506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B5E1-04AE-870E-A5FB-09389A47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103A3-1C67-9E4D-DB15-70628F8D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2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F2261-ACEF-D9D7-DDB7-37D719D6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E33D3-7781-3250-A5AE-9A4A556AA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359305-D815-08B6-CC23-2CBBE7DD9F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F62B35-C0FB-60DF-DBC5-01C0C08D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B5772-E015-369F-C004-5AC87A0C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9051E-A338-5F5A-2BDD-E831A689F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8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875E-F1CD-F10B-D23E-5335E3B5A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179651-4867-6907-E163-A8E941B76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3A988-6A3C-7B8C-3A3A-A426193DB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0D05E-A845-9138-A13A-C2EE20184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32A7C4-4ED3-CC9B-25FC-F667D97D0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C64633-3661-7917-CC07-A8C2D8E1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1B06E4-4A71-CBAE-F187-EAF2DB3B0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C1402-E020-86B5-EAEE-B5A5BC7D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9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94098-BE75-EE63-21BA-9CDDABAD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31BEA6-65BC-4D3C-824C-2C7B16BC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D5B025-7BC3-7B1E-3460-5E8E7EB5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14D95-291A-3470-0D90-55EBBCCF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16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B1810-B520-7F53-7140-66C0BF95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E83BBE-C075-AC88-1FD5-F8DAFC20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EE74F-40D0-69AF-3ECF-D4BDE316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114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3ED5-9102-BAE7-ABE6-2C250608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2D49F-DAA4-1CCE-7C7D-FF5E01F3D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553CF-2FC8-463A-DA08-EF3283BF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09834-85C4-6206-07EB-C263FC22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54040-5FE1-FF36-0DA2-8B6454D1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02344-46DE-CAA4-6C87-ECBFCDBBB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271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84CE3-273E-2C20-8B38-ACBCC875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BB3E65-A821-34D7-7C35-22E3FD1B1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26136-FC9A-4325-D140-0C7B3DCCB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EA8A2-9075-F8C5-1B0B-168FA327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3B510-231B-1B5B-A4BA-F6B232F4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DBED4-427C-FF71-CB68-B3919E7C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60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D66A-2597-F39E-C684-DBA490E76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42F1E-5CE4-73A5-93ED-6B480DDFA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E3751-0CB8-2D5C-533F-36534F5F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FB719-6F6B-0B5C-7193-6C799BD5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8C1CD-3E50-8318-9CB5-74381A327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732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DEF33C-34BD-BD45-C3DF-8F91F0C37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A011C-BA26-B66E-F38E-76B985664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26F04-92B2-7CF5-8BE9-2A92D230A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90FFB-6FF2-FDA3-91F8-AD28BD71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B249B-9C2B-61AF-3CD5-C509C9153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35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E6623-0C7C-0BA3-573F-F025AEB5F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6F194-AFAD-5E30-4617-2EBC93DC8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1CAD3-D2CF-DAE3-58FC-E072534D3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A721C-3C42-4A6A-B026-A95C44AC14AA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D9149-7185-FAD5-77E7-B57246E5F6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8671-96BC-64B4-A63A-3468789D2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6F437C-C8C1-4EE7-AA11-DFD23029AF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446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8497" y="2551195"/>
            <a:ext cx="10363200" cy="1755609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SQL Injection Detection and Prevention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ITA1416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-Ethical Hacking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087" y="4456735"/>
            <a:ext cx="5278146" cy="2357307"/>
          </a:xfrm>
        </p:spPr>
        <p:txBody>
          <a:bodyPr>
            <a:normAutofit fontScale="25000" lnSpcReduction="20000"/>
          </a:bodyPr>
          <a:lstStyle/>
          <a:p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Nitheesh Kumar-192325090</a:t>
            </a:r>
          </a:p>
          <a:p>
            <a:pPr algn="l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Sham- 192325076</a:t>
            </a:r>
          </a:p>
          <a:p>
            <a:pPr algn="l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Sreekanth-192365030</a:t>
            </a:r>
          </a:p>
          <a:p>
            <a:pPr algn="l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Sai Kumar-192372080</a:t>
            </a:r>
          </a:p>
          <a:p>
            <a:pPr algn="l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S.K. Mohammad-19237219</a:t>
            </a:r>
          </a:p>
          <a:p>
            <a:pPr algn="l"/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effectLst/>
            </a:endParaRPr>
          </a:p>
          <a:p>
            <a:pPr algn="l"/>
            <a:endParaRPr lang="en-US" sz="2000" b="0" dirty="0">
              <a:effectLst/>
              <a:latin typeface="Times New Roman" panose="02020603050405020304" pitchFamily="18" charset="0"/>
            </a:endParaRPr>
          </a:p>
          <a:p>
            <a:pPr algn="l"/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91109DA-3D84-D8B3-3F07-FA917C759064}"/>
              </a:ext>
            </a:extLst>
          </p:cNvPr>
          <p:cNvSpPr txBox="1">
            <a:spLocks/>
          </p:cNvSpPr>
          <p:nvPr/>
        </p:nvSpPr>
        <p:spPr>
          <a:xfrm>
            <a:off x="7741713" y="4456735"/>
            <a:ext cx="4267200" cy="1575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2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Ramesh Kumar</a:t>
            </a: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79567"/>
            <a:ext cx="10972800" cy="868362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609600" y="6961214"/>
            <a:ext cx="10972800" cy="5198855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br>
              <a:rPr lang="en-US" sz="1500" dirty="0"/>
            </a:br>
            <a:endParaRPr sz="150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89709F-3226-FA07-6C5E-8AB585DD621F}"/>
              </a:ext>
            </a:extLst>
          </p:cNvPr>
          <p:cNvSpPr txBox="1"/>
          <p:nvPr/>
        </p:nvSpPr>
        <p:spPr>
          <a:xfrm>
            <a:off x="609601" y="1353218"/>
            <a:ext cx="1097279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(SQLi)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most critical web application vulnerabilities, where attackers insert malicious SQL queries into user inputs to gain unauthorized access to databases.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automatically detect and prevent SQL injection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monitoring user inputs and identifying suspicious SQL patterns before they reach the database.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applies ethical hacking principles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testing web applications in a controlled environment, discovering vulnerabilities, and implementing appropriate security measures without causing harm.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security techniques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input validation, parameterized queries (prepared statements), pattern matching, and real-time monitoring to block malicious requests and protect sensitive data.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enhance web application security by reducing the risk of SQL injection attacks, protecting confidential information, and providing automated alerts and logs for security analysis and incident response.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6467-585B-7739-53C4-EA88190C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A37C-F52A-08B2-609A-2122539E6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52" y="79567"/>
            <a:ext cx="10972800" cy="8683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A5931-015A-BC00-F223-ADEB19B5757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A57D0E-DC8D-D770-7808-51A6F29B15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0650FB5-4291-1543-44A9-52CCB7F144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352" y="1759392"/>
            <a:ext cx="11639576" cy="4620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Login credentials, search queries, forms, and other data entered by users through the web application.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Requests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GET and POST requests sent from the client to the web server for processing.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Queries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Database queries generated by the application based on user inputs.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Payloads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Normal and malicious SQL statements (e.g.,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OR '1'='1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SELECT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TABLE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used to test the detection mechanism.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Rules/Patterns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Predefined SQL injection signatures, regular expressions, or machine learning models used to identify suspicious inputs.</a:t>
            </a:r>
          </a:p>
        </p:txBody>
      </p:sp>
    </p:spTree>
    <p:extLst>
      <p:ext uri="{BB962C8B-B14F-4D97-AF65-F5344CB8AC3E}">
        <p14:creationId xmlns:p14="http://schemas.microsoft.com/office/powerpoint/2010/main" val="410992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DEEE-7452-50FB-86BB-E72E1B44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3B082-0C37-3F61-1915-7AFC13151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352" y="79567"/>
            <a:ext cx="10972800" cy="868362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102A8-9C25-06A1-C62F-790394BB8FB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970E2B-2C8D-6040-F74C-A7A5862F0C1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AF1462-3FAA-1134-D916-54574931B7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2148" y="2174890"/>
            <a:ext cx="11347704" cy="3789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of SQL Injection Attempts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Identifies malicious SQL queries and suspicious user inputs.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Malicious Requests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SQL injection attacks from reaching the database.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Database Access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only legitimate queries to be executed, protecting sensitive data.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Log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Records attack details such as IP address, timestamp, and attack type for security analysis.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Status Report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whether the request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(Allowed)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(Blocked)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along with the reason for detection. </a:t>
            </a:r>
          </a:p>
        </p:txBody>
      </p:sp>
    </p:spTree>
    <p:extLst>
      <p:ext uri="{BB962C8B-B14F-4D97-AF65-F5344CB8AC3E}">
        <p14:creationId xmlns:p14="http://schemas.microsoft.com/office/powerpoint/2010/main" val="383980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85202-4514-1E9E-5B75-98F79D57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A7C97-C1EC-FD60-A20B-63CAD445A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82" y="274638"/>
            <a:ext cx="10972800" cy="868362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94087-A335-0274-7380-F55E4464168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C35CAF-853C-CBF8-B7BF-D24104130EF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DCDF2A-B690-E536-6921-7DBC7C1D8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82" y="1275614"/>
            <a:ext cx="11099037" cy="5410412"/>
          </a:xfrm>
        </p:spPr>
        <p:txBody>
          <a:bodyPr>
            <a:normAutofit fontScale="32500" lnSpcReduction="20000"/>
          </a:bodyPr>
          <a:lstStyle/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detects and prevents SQL injection attacks before they can compromise the database.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web application security by identifying malicious inputs and allowing only legitimate SQL queries.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detection process reduces manual security testing efforts and improves the efficiency of threat detection.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such as input validation, prepared statements, real-time monitoring, and attack logging provide strong protection against common SQL injection techniques.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project demonstrates how ethical hacking practices and automated security mechanisms can safeguard sensitive data and improve the reliability of modern web applications. </a:t>
            </a:r>
          </a:p>
          <a:p>
            <a:pPr marL="0" indent="0">
              <a:lnSpc>
                <a:spcPct val="170000"/>
              </a:lnSpc>
              <a:buNone/>
            </a:pPr>
            <a:endParaRPr lang="en-IN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584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065E-278D-A4DC-960E-189B97CAA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44AED-0177-C3A4-D4B5-1D34994B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882" y="274638"/>
            <a:ext cx="10972800" cy="868362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eference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83371-ECA6-739E-A2DB-866CA6D3C3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B72D6-A0A1-B1F6-C094-B3B7E374396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F12081-8AF2-772A-B9B4-B7A09510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882" y="1275614"/>
            <a:ext cx="11099037" cy="5410412"/>
          </a:xfrm>
        </p:spPr>
        <p:txBody>
          <a:bodyPr>
            <a:normAutofit fontScale="32500" lnSpcReduction="20000"/>
          </a:bodyPr>
          <a:lstStyle/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 Hacker's Handbook – A comprehensive guide to web application security and SQL injection testing.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– </a:t>
            </a:r>
            <a:r>
              <a:rPr lang="en-IN" sz="6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OWASP Top 10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IN" sz="6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Prevention Cheat Sheet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industry-standard security practices.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Attacks and </a:t>
            </a:r>
            <a:r>
              <a:rPr lang="en-IN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Covers SQL injection vulnerabilities, exploitation techniques, and </a:t>
            </a:r>
            <a:r>
              <a:rPr lang="en-IN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defense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mechanisms.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– Cybersecurity guidelines and secure software development practices. </a:t>
            </a:r>
          </a:p>
          <a:p>
            <a:pPr lvl="0">
              <a:lnSpc>
                <a:spcPct val="170000"/>
              </a:lnSpc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Hacking: The Art of Exploitation – Explains ethical hacking concepts, vulnerability assessment, and secure coding techniques. </a:t>
            </a:r>
          </a:p>
          <a:p>
            <a:pPr marL="0" indent="0">
              <a:lnSpc>
                <a:spcPct val="170000"/>
              </a:lnSpc>
              <a:buNone/>
            </a:pP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891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582B-0EBF-C724-A501-62A31AFC4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FAA48-1AD8-A8F2-24CE-F341587721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0"/>
            <a:ext cx="1135117" cy="114300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27D31-A8D5-89FC-62B8-2CD409E6918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95" y="39783"/>
            <a:ext cx="1520114" cy="10634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E36ECC-07AE-E891-6F1A-D4CC30370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154" y="2016030"/>
            <a:ext cx="11099037" cy="541041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70000"/>
              </a:lnSpc>
              <a:buNone/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696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</Words>
  <Application>Microsoft Office PowerPoint</Application>
  <PresentationFormat>Widescreen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Automated SQL Injection Detection and Prevention ITA1416-Ethical Hacking </vt:lpstr>
      <vt:lpstr>INTRODUCTION</vt:lpstr>
      <vt:lpstr>Input</vt:lpstr>
      <vt:lpstr>Output</vt:lpstr>
      <vt:lpstr>Conclusion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Nitheesh Kondapalli</dc:creator>
  <cp:lastModifiedBy>Nitheesh Kondapalli</cp:lastModifiedBy>
  <cp:revision>1</cp:revision>
  <dcterms:created xsi:type="dcterms:W3CDTF">2026-07-31T04:27:04Z</dcterms:created>
  <dcterms:modified xsi:type="dcterms:W3CDTF">2026-07-31T11:24:22Z</dcterms:modified>
</cp:coreProperties>
</file>